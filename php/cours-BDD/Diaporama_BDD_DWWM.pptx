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s/modernComment_10B_0.xml" ContentType="application/vnd.ms-powerpoint.comment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D0617C7-2A6C-A166-40DF-A6343D964B94}" name="Raphaël Lang" initials="RL" userId="8df8f47bb3c1b7a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65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8/10/relationships/authors" Target="authors.xml"/></Relationships>
</file>

<file path=ppt/comments/modernComment_10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69B6802-32C4-D947-9F7F-B17B2FE3AE16}" authorId="{DD0617C7-2A6C-A166-40DF-A6343D964B94}" created="2026-06-18T11:54:48.212">
    <pc:sldMkLst xmlns:pc="http://schemas.microsoft.com/office/powerpoint/2013/main/command">
      <pc:docMk/>
      <pc:sldMk cId="0" sldId="267"/>
    </pc:sldMkLst>
    <p188:txBody>
      <a:bodyPr/>
      <a:lstStyle/>
      <a:p>
        <a:r>
          <a:rPr lang="fr-FR"/>
          <a:t>Oracle est le numero 1 mondial, mais c'est pour les systemes bancaire, ou de très grosses entreprises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8766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B_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498080" y="2926080"/>
            <a:ext cx="2286000" cy="2286000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2194560" cy="3291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DWWM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Bases de Donnees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6700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-  NoSQL  -  Acteurs  -  Comparatifs  -  Choix certif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36576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34015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Demi-journee de formation  -  Niveau debutant  -  ~3h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069080"/>
            <a:ext cx="201168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 quoi sert une BDD 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4069080"/>
            <a:ext cx="201168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606040" y="4069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SQL vs NoSQL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4069080"/>
            <a:ext cx="201168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754880" y="4069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Les acteurs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4069080"/>
            <a:ext cx="201168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903720" y="4069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MySQL &amp; Certif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182880" y="48691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DWWM  -  Les Bases de Donnees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de la demi-journee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82880" y="48691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DWWM  -  Les Bases de Donnees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8412480" cy="694944"/>
          </a:xfrm>
          <a:prstGeom prst="rect">
            <a:avLst/>
          </a:prstGeom>
          <a:solidFill>
            <a:srgbClr val="EFF6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502920" y="960120"/>
            <a:ext cx="457200" cy="457200"/>
          </a:xfrm>
          <a:prstGeom prst="ellipse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841248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quoi sert une base de donnees 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0" y="950976"/>
            <a:ext cx="1463040" cy="47548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132320" y="95097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1645920"/>
            <a:ext cx="8412480" cy="694944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502920" y="1764792"/>
            <a:ext cx="457200" cy="457200"/>
          </a:xfrm>
          <a:prstGeom prst="ellipse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0292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1645920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grandes familles : SQL vs NoSQL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0" y="1755648"/>
            <a:ext cx="1463040" cy="47548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132320" y="17556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450592"/>
            <a:ext cx="8412480" cy="694944"/>
          </a:xfrm>
          <a:prstGeom prst="rect">
            <a:avLst/>
          </a:prstGeom>
          <a:solidFill>
            <a:srgbClr val="EFF6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02920" y="2569464"/>
            <a:ext cx="457200" cy="457200"/>
          </a:xfrm>
          <a:prstGeom prst="ellipse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0292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2450592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des principaux acteurs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132320" y="2560320"/>
            <a:ext cx="1463040" cy="47548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7132320" y="25603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3255264"/>
            <a:ext cx="8412480" cy="694944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1097280" y="3255264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 +  Questions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132320" y="3364992"/>
            <a:ext cx="1463040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7132320" y="336499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4059936"/>
            <a:ext cx="8412480" cy="694944"/>
          </a:xfrm>
          <a:prstGeom prst="rect">
            <a:avLst/>
          </a:prstGeom>
          <a:solidFill>
            <a:srgbClr val="EFF6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502920" y="4178808"/>
            <a:ext cx="457200" cy="457200"/>
          </a:xfrm>
          <a:prstGeom prst="ellipse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0292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97280" y="4059936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en formation &amp; choix pour la certif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132320" y="4169664"/>
            <a:ext cx="1463040" cy="47548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7132320" y="416966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858000" y="91440"/>
            <a:ext cx="21945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2563EB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63040" cy="3474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quoi sert une base de donnees ?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Fondamentaux  -  Definitions  -  Role dans une app web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82880" y="48691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DWWM  -  Les Bases de Donnees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probleme sans base de donnees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82880" y="48691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DWWM  -  Les Bases de Donnees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4069080" cy="3840480"/>
          </a:xfrm>
          <a:prstGeom prst="rect">
            <a:avLst/>
          </a:prstGeom>
          <a:solidFill>
            <a:srgbClr val="FEE2E2"/>
          </a:solidFill>
          <a:ln w="635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804672"/>
            <a:ext cx="406908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8046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base de donnees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316736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dans des fichiers texte / CSV disperses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users modifient le meme fichier : corruption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1 user parmi 100 000 lignes = tres lent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controle d'acces, pas de gestion des droits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transaction : donnees a moitie enregistrees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sauvegarde coherente possible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54880" y="804672"/>
            <a:ext cx="4069080" cy="3840480"/>
          </a:xfrm>
          <a:prstGeom prst="rect">
            <a:avLst/>
          </a:prstGeom>
          <a:solidFill>
            <a:srgbClr val="DCFCE7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754880" y="804672"/>
            <a:ext cx="406908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92040" y="8046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un SGBD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316736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organisees, indexees, persistantes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 concurrent gere automatiquement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en millisecondes grace aux index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fine des droits par utilisateur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ACID : tout ou rien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coherentes et restaurables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qu'apporte un SGBD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82880" y="48691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DWWM  -  Les Bases de Donnees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822960"/>
            <a:ext cx="73152" cy="17373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66344" y="146304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6634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8869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188720"/>
            <a:ext cx="17830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donnees survivent au redemarrage du serveur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54680" y="82296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154680" y="822960"/>
            <a:ext cx="73152" cy="173736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300984" y="1463040"/>
            <a:ext cx="457200" cy="45720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30098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86200" y="8869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86200" y="1188720"/>
            <a:ext cx="17830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Regles metier appliquees : types, contraintes, FK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89320" y="82296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5989320" y="822960"/>
            <a:ext cx="73152" cy="1737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6135624" y="1463040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13562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20840" y="8869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20840" y="1188720"/>
            <a:ext cx="17830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et optimiseur de requetes : resultats en ms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274320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20040" y="2743200"/>
            <a:ext cx="73152" cy="1737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66344" y="3383280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66344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++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51560" y="28072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1560" y="3108960"/>
            <a:ext cx="17830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users simultanes sans conflit de donnees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154680" y="274320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3154680" y="2743200"/>
            <a:ext cx="73152" cy="1737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3300984" y="3383280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3300984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886200" y="28072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886200" y="3108960"/>
            <a:ext cx="17830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droits : lecture, ecriture, admin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989320" y="274320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5989320" y="2743200"/>
            <a:ext cx="73152" cy="173736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6135624" y="3383280"/>
            <a:ext cx="457200" cy="457200"/>
          </a:xfrm>
          <a:prstGeom prst="ellipse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6135624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20840" y="28072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720840" y="3108960"/>
            <a:ext cx="17830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: tout ou rien, jamais de donnees a moitie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role de la BDD dans une app PHP/MVC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82880" y="48691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DWWM  -  Les Bases de Donnees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265176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65760" y="804672"/>
            <a:ext cx="2651760" cy="5303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JavaScript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463040" y="1463040"/>
            <a:ext cx="457200" cy="45720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4630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les pages au navigateur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24231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Formulaire, page produit,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 resultats...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2240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&lt;-&gt;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804672"/>
            <a:ext cx="265176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200400" y="804672"/>
            <a:ext cx="2651760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200400" y="8046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CONTROLEUR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10972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146304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2976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 la logique metier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337560" y="24231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 le stock,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le prix, gere l'auth...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52160" y="2240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&lt;-&gt;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804672"/>
            <a:ext cx="265176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6035040" y="804672"/>
            <a:ext cx="2651760" cy="530352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035040" y="8046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(BDD)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035040" y="10972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SGBD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132320" y="1463040"/>
            <a:ext cx="457200" cy="457200"/>
          </a:xfrm>
          <a:prstGeom prst="ellipse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71323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 et interroge les donnees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172200" y="24231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FROM produits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stock &gt; 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517136"/>
            <a:ext cx="8412480" cy="256032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02920" y="451713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le Modele (BDD), aucune donnee ne survit entre deux requetes HTTP.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858000" y="91440"/>
            <a:ext cx="21945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2563EB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63040" cy="3474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vs NoSQL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grandes familles de bases de donnees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82880" y="48691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DWWM  -  Les Bases de Donnees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bases de donnees relationnelles (SQL)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82880" y="48691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DWWM  -  Les Bases de Donnees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80467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Inventees dans les annees 1970 par Edgar Codd (IBM). Donnees organisees en tables reliees entre elles.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avec lignes (enregistrements) et colonnes (attributs)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entre tables via cles etrangeres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strict defini a l'avance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SQL universel et standardise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Proprietes ACID garanties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00600" y="804672"/>
            <a:ext cx="3977640" cy="3858768"/>
          </a:xfrm>
          <a:prstGeom prst="rect">
            <a:avLst/>
          </a:prstGeom>
          <a:solidFill>
            <a:srgbClr val="EFF6FF"/>
          </a:solidFill>
          <a:ln w="1016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800600" y="804672"/>
            <a:ext cx="3977640" cy="420624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800600" y="804672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proprietes ACID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83480" y="1371600"/>
            <a:ext cx="402336" cy="530352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983480" y="1371600"/>
            <a:ext cx="402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31536" y="137160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66560" y="137160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ou rien — jamais a moitie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983480" y="2157984"/>
            <a:ext cx="402336" cy="530352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983480" y="2157984"/>
            <a:ext cx="402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31536" y="2157984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15798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regles sont toujours respectees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83480" y="2944368"/>
            <a:ext cx="402336" cy="530352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983480" y="2944368"/>
            <a:ext cx="402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31536" y="2944368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66560" y="294436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transactions n'interferent pas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83480" y="3730752"/>
            <a:ext cx="402336" cy="530352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983480" y="3730752"/>
            <a:ext cx="402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31536" y="373075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66560" y="373075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validees = definitives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— Les 4 grandes familles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82880" y="48691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DWWM  -  Les Bases de Donnees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80467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= "Not Only SQL" — pas une opposition, une complementarite.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6616" y="1280160"/>
            <a:ext cx="4069080" cy="16276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34440"/>
            <a:ext cx="406908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234440"/>
            <a:ext cx="4069080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29768" y="1234440"/>
            <a:ext cx="3941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056" y="1581912"/>
            <a:ext cx="3849624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: MongoDB, CouchDB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: JSON / BSON imbriques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: APIs REST, CMS, e-commerce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0016" y="1280160"/>
            <a:ext cx="4069080" cy="16276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663440" y="1234440"/>
            <a:ext cx="406908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4069080" cy="31089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773168" y="1234440"/>
            <a:ext cx="3941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Cle-Valeur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91456" y="1581912"/>
            <a:ext cx="3849624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: Redis, DynamoDB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: Paires cle =&gt; valeur simple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: Cache, sessions, panier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6616" y="3063240"/>
            <a:ext cx="4069080" cy="16276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" y="3017520"/>
            <a:ext cx="406908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0040" y="3017520"/>
            <a:ext cx="4069080" cy="31089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29768" y="3017520"/>
            <a:ext cx="3941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larges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" y="3364992"/>
            <a:ext cx="3849624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: Cassandra, HBase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: Tables a colonnes dynamiques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: IoT, logs, analytics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0016" y="3063240"/>
            <a:ext cx="4069080" cy="16276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663440" y="3017520"/>
            <a:ext cx="406908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663440" y="3017520"/>
            <a:ext cx="4069080" cy="3108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773168" y="3017520"/>
            <a:ext cx="3941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91456" y="3364992"/>
            <a:ext cx="3849624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: Neo4j, ArangoDB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: Noeuds + relations (aretes)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: Reseaux sociaux, fraude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 SQL vs NoSQL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82880" y="48691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DWWM  -  Les Bases de Donnees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2560320" cy="402336"/>
          </a:xfrm>
          <a:prstGeom prst="rect">
            <a:avLst/>
          </a:prstGeom>
          <a:solidFill>
            <a:srgbClr val="0F2544"/>
          </a:solidFill>
          <a:ln w="381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74904" y="804672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80360" y="804672"/>
            <a:ext cx="2788920" cy="402336"/>
          </a:xfrm>
          <a:prstGeom prst="rect">
            <a:avLst/>
          </a:prstGeom>
          <a:solidFill>
            <a:srgbClr val="0F2544"/>
          </a:solidFill>
          <a:ln w="381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935224" y="804672"/>
            <a:ext cx="2679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0" y="804672"/>
            <a:ext cx="2788920" cy="402336"/>
          </a:xfrm>
          <a:prstGeom prst="rect">
            <a:avLst/>
          </a:prstGeom>
          <a:solidFill>
            <a:srgbClr val="0F2544"/>
          </a:solidFill>
          <a:ln w="381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724144" y="804672"/>
            <a:ext cx="2679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1207008"/>
            <a:ext cx="25603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74904" y="120700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880360" y="1207008"/>
            <a:ext cx="27889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935224" y="1207008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+ schema fixe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0" y="1207008"/>
            <a:ext cx="27889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724144" y="1207008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K/V, graphe — flexible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1664208"/>
            <a:ext cx="2560320" cy="4572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74904" y="166420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880360" y="1664208"/>
            <a:ext cx="2788920" cy="4572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935224" y="1664208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garanties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0" y="1664208"/>
            <a:ext cx="2788920" cy="4572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724144" y="1664208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(dispo &gt; coherence)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2121408"/>
            <a:ext cx="25603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74904" y="212140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880360" y="2121408"/>
            <a:ext cx="27889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935224" y="2121408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Verticale (serveur + puissant)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0" y="2121408"/>
            <a:ext cx="27889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724144" y="2121408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Horizontale (clusters de serveurs)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2578608"/>
            <a:ext cx="2560320" cy="4572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74904" y="257860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880360" y="2578608"/>
            <a:ext cx="2788920" cy="4572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2935224" y="2578608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sur jointures complexes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0" y="2578608"/>
            <a:ext cx="2788920" cy="4572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5724144" y="2578608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sur gros volumes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" y="3035808"/>
            <a:ext cx="25603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374904" y="303580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880360" y="3035808"/>
            <a:ext cx="27889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2935224" y="3035808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— migrations requises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669280" y="3035808"/>
            <a:ext cx="27889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5724144" y="3035808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— schema libre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20040" y="3493008"/>
            <a:ext cx="2560320" cy="4572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374904" y="349300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880360" y="3493008"/>
            <a:ext cx="2788920" cy="4572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2935224" y="3493008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mature — 50+ ans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669280" y="3493008"/>
            <a:ext cx="2788920" cy="4572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5724144" y="3493008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— 2000s, en essor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20040" y="3950208"/>
            <a:ext cx="25603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374904" y="395020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880360" y="3950208"/>
            <a:ext cx="27889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2935224" y="3950208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ERP, finance, e-commerce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669280" y="3950208"/>
            <a:ext cx="27889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5724144" y="3950208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Data, IoT, reseaux sociaux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20040" y="4553712"/>
            <a:ext cx="8503920" cy="23774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411480" y="455371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et NoSQL se completent — une app moderne peut combiner les deux.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858000" y="91440"/>
            <a:ext cx="21945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2563EB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63040" cy="3474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des principaux acteurs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-  PostgreSQL  -  MariaDB  -  MongoDB  -  Redis  -  et d'autres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82880" y="48691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DWWM  -  Les Bases de Donnees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SGBD relationnels (SQL)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82880" y="48691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DWWM  -  Les Bases de Donnees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265176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804672"/>
            <a:ext cx="91440" cy="18105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84632" y="8778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4632" y="1207008"/>
            <a:ext cx="1325880" cy="23774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84632" y="120700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mondial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" y="149961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 apprendre, ecosysteme PHP massif. Propriete Oracle.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" y="228600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Web, LAMP, applis standard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54680" y="804672"/>
            <a:ext cx="265176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154680" y="804672"/>
            <a:ext cx="91440" cy="181051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319272" y="8778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319272" y="1207008"/>
            <a:ext cx="1325880" cy="23774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319272" y="120700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libre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9272" y="149961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open source, compatible MySQL, performances ameliorees.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19272" y="228600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Alternative directe a MySQL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89320" y="804672"/>
            <a:ext cx="265176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5989320" y="804672"/>
            <a:ext cx="91440" cy="1810512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153912" y="8778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153912" y="1207008"/>
            <a:ext cx="1325880" cy="237744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153912" y="120700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mondial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53912" y="149961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Fonctionnalites avancees, JSON natif, tres conforme SQL.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53912" y="228600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Apps complexes, data science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770632"/>
            <a:ext cx="265176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0040" y="2770632"/>
            <a:ext cx="91440" cy="181051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84632" y="28437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84632" y="3172968"/>
            <a:ext cx="1325880" cy="23774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84632" y="317296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Embarque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" y="346557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serveur, un seul fichier. Pas pour acces concurrent.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4632" y="425196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Mobile, prototypage, local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154680" y="2770632"/>
            <a:ext cx="265176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3154680" y="2770632"/>
            <a:ext cx="91440" cy="18105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3319272" y="28437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DB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3319272" y="3172968"/>
            <a:ext cx="1325880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319272" y="317296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319272" y="346557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Performances extremes, haute dispo. Tres couteux.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319272" y="425196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Grands groupes, banques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989320" y="2770632"/>
            <a:ext cx="265176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5989320" y="2770632"/>
            <a:ext cx="91440" cy="18105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6153912" y="28437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153912" y="3172968"/>
            <a:ext cx="132588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6153912" y="317296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53912" y="346557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MS, outils BI puissants. Payant, Windows.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153912" y="425196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Entreprises Microsoft</a:t>
            </a:r>
            <a:endParaRPr lang="en-US" sz="10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SGBD NoSQL populaires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82880" y="48691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DWWM  -  Les Bases de Donnees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265176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804672"/>
            <a:ext cx="91440" cy="18105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84632" y="8778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" y="1207008"/>
            <a:ext cx="132588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84632" y="120700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" y="149961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populaire. Flexible, parfait avec Node.js. Pas de jointures natives.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" y="228600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APIs REST, apps web modernes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54680" y="804672"/>
            <a:ext cx="265176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154680" y="804672"/>
            <a:ext cx="91440" cy="18105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319272" y="8778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19272" y="1207008"/>
            <a:ext cx="1325880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319272" y="120700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Cle-Valeur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9272" y="149961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 rapide (en memoire), pub/sub, TTL natif.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19272" y="228600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Cache, sessions, temps reel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89320" y="804672"/>
            <a:ext cx="265176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5989320" y="804672"/>
            <a:ext cx="91440" cy="181051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153912" y="8778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53912" y="1207008"/>
            <a:ext cx="1325880" cy="23774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153912" y="120700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53912" y="149961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Scalabilite extreme, aucun point de defaillance unique.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53912" y="228600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IoT, logs, big data distribue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770632"/>
            <a:ext cx="265176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0040" y="2770632"/>
            <a:ext cx="91440" cy="181051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84632" y="28437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4632" y="3172968"/>
            <a:ext cx="1325880" cy="23774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84632" y="317296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" y="346557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full-text ultra rapide, agregations puissantes.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4632" y="425196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Recherche, logs, monitoring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154680" y="2770632"/>
            <a:ext cx="265176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3154680" y="2770632"/>
            <a:ext cx="91440" cy="18105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3319272" y="28437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319272" y="3172968"/>
            <a:ext cx="1325880" cy="23774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319272" y="317296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319272" y="346557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complexes efficaces, langage Cypher.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319272" y="425196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Reseaux sociaux, recommandations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989320" y="2770632"/>
            <a:ext cx="265176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5989320" y="2770632"/>
            <a:ext cx="91440" cy="1810512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6153912" y="28437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153912" y="3172968"/>
            <a:ext cx="1325880" cy="237744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6153912" y="317296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cloud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53912" y="346557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reel, auth integree, sans serveur. Lock-in Google.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153912" y="425196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Apps mobiles, prototypage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: MySQL vs MariaDB vs PostgreSQL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82880" y="48691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DWWM  -  Les Bases de Donnees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2148840" cy="420624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74904" y="804672"/>
            <a:ext cx="2039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68880" y="804672"/>
            <a:ext cx="2057400" cy="42062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523744" y="804672"/>
            <a:ext cx="1947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804672"/>
            <a:ext cx="2057400" cy="42062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581144" y="804672"/>
            <a:ext cx="1947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804672"/>
            <a:ext cx="2057400" cy="420624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638544" y="804672"/>
            <a:ext cx="1947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1225296"/>
            <a:ext cx="2148840" cy="576072"/>
          </a:xfrm>
          <a:prstGeom prst="rect">
            <a:avLst/>
          </a:prstGeom>
          <a:solidFill>
            <a:srgbClr val="EFF6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93192" y="1225296"/>
            <a:ext cx="20025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Proprietaire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468880" y="1225296"/>
            <a:ext cx="20574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542032" y="1225296"/>
            <a:ext cx="19110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(risque licence)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26280" y="1225296"/>
            <a:ext cx="20574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99432" y="1225296"/>
            <a:ext cx="19110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Communaute — 100% libre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0" y="1225296"/>
            <a:ext cx="20574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656832" y="1225296"/>
            <a:ext cx="19110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Global Group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1801368"/>
            <a:ext cx="2148840" cy="576072"/>
          </a:xfrm>
          <a:prstGeom prst="rect">
            <a:avLst/>
          </a:prstGeom>
          <a:solidFill>
            <a:srgbClr val="EFF6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93192" y="1801368"/>
            <a:ext cx="20025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Compat. SQL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468880" y="1801368"/>
            <a:ext cx="2057400" cy="5760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542032" y="1801368"/>
            <a:ext cx="19110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26280" y="1801368"/>
            <a:ext cx="2057400" cy="5760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599432" y="1801368"/>
            <a:ext cx="19110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Identique MySQL 5.x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583680" y="1801368"/>
            <a:ext cx="2057400" cy="5760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656832" y="1801368"/>
            <a:ext cx="19110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conforme standard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20040" y="2377440"/>
            <a:ext cx="2148840" cy="576072"/>
          </a:xfrm>
          <a:prstGeom prst="rect">
            <a:avLst/>
          </a:prstGeom>
          <a:solidFill>
            <a:srgbClr val="EFF6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93192" y="2377440"/>
            <a:ext cx="20025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natif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468880" y="2377440"/>
            <a:ext cx="20574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2542032" y="2377440"/>
            <a:ext cx="19110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26280" y="2377440"/>
            <a:ext cx="20574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599432" y="2377440"/>
            <a:ext cx="19110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583680" y="2377440"/>
            <a:ext cx="20574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6656832" y="2377440"/>
            <a:ext cx="19110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(jsonb)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20040" y="2953512"/>
            <a:ext cx="2148840" cy="576072"/>
          </a:xfrm>
          <a:prstGeom prst="rect">
            <a:avLst/>
          </a:prstGeom>
          <a:solidFill>
            <a:srgbClr val="EFF6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393192" y="2953512"/>
            <a:ext cx="20025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Perf. lecture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468880" y="2953512"/>
            <a:ext cx="2057400" cy="5760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2542032" y="2953512"/>
            <a:ext cx="19110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bonnes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526280" y="2953512"/>
            <a:ext cx="2057400" cy="5760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4599432" y="2953512"/>
            <a:ext cx="19110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Meilleures que MySQL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583680" y="2953512"/>
            <a:ext cx="2057400" cy="5760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6656832" y="2953512"/>
            <a:ext cx="19110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bonnes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320040" y="3529584"/>
            <a:ext cx="2148840" cy="576072"/>
          </a:xfrm>
          <a:prstGeom prst="rect">
            <a:avLst/>
          </a:prstGeom>
          <a:solidFill>
            <a:srgbClr val="EFF6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393192" y="3529584"/>
            <a:ext cx="20025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Complexite admin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2468880" y="3529584"/>
            <a:ext cx="20574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2542032" y="3529584"/>
            <a:ext cx="19110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4526280" y="3529584"/>
            <a:ext cx="20574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4599432" y="3529584"/>
            <a:ext cx="19110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6583680" y="3529584"/>
            <a:ext cx="20574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6656832" y="3529584"/>
            <a:ext cx="19110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320040" y="4105656"/>
            <a:ext cx="2148840" cy="576072"/>
          </a:xfrm>
          <a:prstGeom prst="rect">
            <a:avLst/>
          </a:prstGeom>
          <a:solidFill>
            <a:srgbClr val="EFF6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393192" y="4105656"/>
            <a:ext cx="20025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Popularite 2025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2468880" y="4105656"/>
            <a:ext cx="2057400" cy="5760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2542032" y="4105656"/>
            <a:ext cx="19110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mondial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4526280" y="4105656"/>
            <a:ext cx="2057400" cy="5760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4599432" y="4105656"/>
            <a:ext cx="19110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 mondial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583680" y="4105656"/>
            <a:ext cx="2057400" cy="5760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6656832" y="4105656"/>
            <a:ext cx="19110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mondial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858000" y="91440"/>
            <a:ext cx="21945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2563EB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63040" cy="3474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en formation &amp; projet de certif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choix ?  Comment justifier devant le jury 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82880" y="48691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DWWM  -  Les Bases de Donnees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MySQL en formation DWWM 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82880" y="48691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DWWM  -  Les Bases de Donnees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4069080" cy="117043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822960"/>
            <a:ext cx="73152" cy="11704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48056" y="1042416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48056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89611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 d'apprentissage douce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126187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 claire, docs massives en francais, phpMyAdmin visuel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822960"/>
            <a:ext cx="4069080" cy="117043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663440" y="822960"/>
            <a:ext cx="73152" cy="11704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791456" y="1042416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791456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49240" y="89611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Omnipresent sur le marche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49240" y="126187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Hebergement OVH, Hostinger, o2switch : MySQL par defaut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121408"/>
            <a:ext cx="4069080" cy="117043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0040" y="2121408"/>
            <a:ext cx="73152" cy="11704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48056" y="2340864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48056" y="2340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21945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Ecosysteme PHP parfait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256032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PDO, MySQLi, Laravel Eloquent, Symfony Doctrine : tous penses avec MySQL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121408"/>
            <a:ext cx="4069080" cy="117043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663440" y="2121408"/>
            <a:ext cx="73152" cy="11704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791456" y="2340864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791456" y="2340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49240" y="21945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DWWM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49240" y="256032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Referentiel RNCP et epreuves de certif compatibles PHP/MySQL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3419856"/>
            <a:ext cx="4069080" cy="117043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320040" y="3419856"/>
            <a:ext cx="73152" cy="11704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448056" y="3639312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48056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05840" y="34930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Communaute immense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05840" y="385876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Overflow, tutos, forums : reponse a chaque probleme en 2 min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3419856"/>
            <a:ext cx="4069080" cy="117043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4663440" y="3419856"/>
            <a:ext cx="73152" cy="11704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4791456" y="3639312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791456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49240" y="34930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 &amp; open source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49240" y="385876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cout pour les projets etudiants et pro de petite taille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sa BDD pour le projet de certification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82880" y="48691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DWWM  -  Les Bases de Donnees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1554480" cy="402336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74904" y="804672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74520" y="804672"/>
            <a:ext cx="1188720" cy="402336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929384" y="804672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63240" y="804672"/>
            <a:ext cx="3566160" cy="402336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118104" y="804672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804672"/>
            <a:ext cx="1783080" cy="402336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684264" y="804672"/>
            <a:ext cx="1673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1207008"/>
            <a:ext cx="1554480" cy="6126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84048" y="1207008"/>
            <a:ext cx="14264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874520" y="1207008"/>
            <a:ext cx="1188720" cy="6126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1938528" y="1207008"/>
            <a:ext cx="1060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063240" y="1207008"/>
            <a:ext cx="3566160" cy="6126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127248" y="1207008"/>
            <a:ext cx="3438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web, connu des jurys, hebergement par defaut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629400" y="1207008"/>
            <a:ext cx="1783080" cy="61264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693408" y="1207008"/>
            <a:ext cx="16550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1773936"/>
            <a:ext cx="1554480" cy="61264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84048" y="1773936"/>
            <a:ext cx="14264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874520" y="1773936"/>
            <a:ext cx="1188720" cy="61264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1938528" y="1773936"/>
            <a:ext cx="1060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063240" y="1773936"/>
            <a:ext cx="3566160" cy="61264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127248" y="1773936"/>
            <a:ext cx="3438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Identique MySQL — expliquer le fork et ses avantages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629400" y="1773936"/>
            <a:ext cx="1783080" cy="61264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693408" y="1773936"/>
            <a:ext cx="16550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2340864"/>
            <a:ext cx="1554480" cy="6126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84048" y="2340864"/>
            <a:ext cx="14264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874520" y="2340864"/>
            <a:ext cx="1188720" cy="6126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1938528" y="2340864"/>
            <a:ext cx="1060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063240" y="2340864"/>
            <a:ext cx="3566160" cy="6126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3127248" y="2340864"/>
            <a:ext cx="3438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Apprecie — maitriser les differences et justifier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629400" y="2340864"/>
            <a:ext cx="1783080" cy="612648"/>
          </a:xfrm>
          <a:prstGeom prst="rect">
            <a:avLst/>
          </a:prstGeom>
          <a:solidFill>
            <a:srgbClr val="FFF7E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6693408" y="2340864"/>
            <a:ext cx="16550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Ambitieux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2907792"/>
            <a:ext cx="1554480" cy="61264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384048" y="2907792"/>
            <a:ext cx="14264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1874520" y="2907792"/>
            <a:ext cx="1188720" cy="61264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1938528" y="2907792"/>
            <a:ext cx="1060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3063240" y="2907792"/>
            <a:ext cx="3566160" cy="61264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3127248" y="2907792"/>
            <a:ext cx="3438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si l'app est API REST / Node.js orientee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629400" y="2907792"/>
            <a:ext cx="1783080" cy="612648"/>
          </a:xfrm>
          <a:prstGeom prst="rect">
            <a:avLst/>
          </a:prstGeom>
          <a:solidFill>
            <a:srgbClr val="FFF7E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6693408" y="2907792"/>
            <a:ext cx="16550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pertinent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0040" y="3474720"/>
            <a:ext cx="1554480" cy="6126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384048" y="3474720"/>
            <a:ext cx="14264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1874520" y="3474720"/>
            <a:ext cx="1188720" cy="6126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1938528" y="3474720"/>
            <a:ext cx="1060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3063240" y="3474720"/>
            <a:ext cx="3566160" cy="6126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3127248" y="3474720"/>
            <a:ext cx="3438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 simple pour convaincre un jury DWWM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6629400" y="3474720"/>
            <a:ext cx="1783080" cy="612648"/>
          </a:xfrm>
          <a:prstGeom prst="rect">
            <a:avLst/>
          </a:prstGeom>
          <a:solidFill>
            <a:srgbClr val="FEE2E2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6693408" y="3474720"/>
            <a:ext cx="16550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Deconseille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20040" y="4041648"/>
            <a:ext cx="1554480" cy="61264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384048" y="4041648"/>
            <a:ext cx="14264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1874520" y="4041648"/>
            <a:ext cx="1188720" cy="61264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1938528" y="4041648"/>
            <a:ext cx="1060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3063240" y="4041648"/>
            <a:ext cx="3566160" cy="61264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3127248" y="4041648"/>
            <a:ext cx="3438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Lock-in Google, competences SQL attendues par les jurys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629400" y="4041648"/>
            <a:ext cx="1783080" cy="612648"/>
          </a:xfrm>
          <a:prstGeom prst="rect">
            <a:avLst/>
          </a:prstGeom>
          <a:solidFill>
            <a:srgbClr val="FEE2E2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6693408" y="4041648"/>
            <a:ext cx="16550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Deconseille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justifier son choix devant le jury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82880" y="48691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DWWM  -  Les Bases de Donnees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969264"/>
            <a:ext cx="475488" cy="475488"/>
          </a:xfrm>
          <a:prstGeom prst="ellipse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20040" y="969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7784" y="1444752"/>
            <a:ext cx="0" cy="493776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960120" y="822960"/>
            <a:ext cx="7818120" cy="694944"/>
          </a:xfrm>
          <a:prstGeom prst="rect">
            <a:avLst/>
          </a:prstGeom>
          <a:solidFill>
            <a:srgbClr val="EFF6FF"/>
          </a:solidFill>
          <a:ln w="508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097280" y="868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1161288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"Mon projet est une application [type]. Elle gere [type de donnees]."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1755648"/>
            <a:ext cx="475488" cy="475488"/>
          </a:xfrm>
          <a:prstGeom prst="ellipse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20040" y="1755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7784" y="2231136"/>
            <a:ext cx="0" cy="493776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960120" y="1609344"/>
            <a:ext cx="7818120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1097280" y="16550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identifies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1947672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"J'ai besoin de [relations / flexibilite / performances / ...]"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2542032"/>
            <a:ext cx="475488" cy="475488"/>
          </a:xfrm>
          <a:prstGeom prst="ellipse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20040" y="2542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7784" y="3017520"/>
            <a:ext cx="0" cy="493776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960120" y="2395728"/>
            <a:ext cx="7818120" cy="694944"/>
          </a:xfrm>
          <a:prstGeom prst="rect">
            <a:avLst/>
          </a:prstGeom>
          <a:solidFill>
            <a:srgbClr val="EFF6FF"/>
          </a:solidFill>
          <a:ln w="508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1097280" y="24414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etudiees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2734056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"J'ai compare MySQL, PostgreSQL et MongoDB. J'ai ecarte NoSQL car..."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3328416"/>
            <a:ext cx="475488" cy="475488"/>
          </a:xfrm>
          <a:prstGeom prst="ellipse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20040" y="3328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57784" y="3803904"/>
            <a:ext cx="0" cy="493776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960120" y="3182112"/>
            <a:ext cx="7818120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1097280" y="3227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final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97280" y="3520440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"J'ai retenu MySQL car [raison precise liee au projet]."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4114800"/>
            <a:ext cx="475488" cy="475488"/>
          </a:xfrm>
          <a:prstGeom prst="ellipse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20040" y="4114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60120" y="3968496"/>
            <a:ext cx="7818120" cy="694944"/>
          </a:xfrm>
          <a:prstGeom prst="rect">
            <a:avLst/>
          </a:prstGeom>
          <a:solidFill>
            <a:srgbClr val="EFF6FF"/>
          </a:solidFill>
          <a:ln w="508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1097280" y="40142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Recul critique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97280" y="4306824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 le projet evoluait vers [cas], je passerais a [alternative]."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retenir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768096"/>
          </a:xfrm>
          <a:prstGeom prst="rect">
            <a:avLst/>
          </a:prstGeom>
          <a:solidFill>
            <a:srgbClr val="2563EB">
              <a:alpha val="20000"/>
            </a:srgbClr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530352" cy="76809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5303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914400"/>
            <a:ext cx="7726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BDD n'est pas optionnelle — elle est le fondement de toute app web.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1773936"/>
            <a:ext cx="8503920" cy="768096"/>
          </a:xfrm>
          <a:prstGeom prst="rect">
            <a:avLst/>
          </a:prstGeom>
          <a:solidFill>
            <a:srgbClr val="2563EB">
              <a:alpha val="20000"/>
            </a:srgbClr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1773936"/>
            <a:ext cx="530352" cy="76809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0040" y="1773936"/>
            <a:ext cx="5303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1773936"/>
            <a:ext cx="7726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= donnees structurees, relations, ACID. NoSQL = flexibilite, volume. Les deux coexistent.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20040" y="2633472"/>
            <a:ext cx="8503920" cy="768096"/>
          </a:xfrm>
          <a:prstGeom prst="rect">
            <a:avLst/>
          </a:prstGeom>
          <a:solidFill>
            <a:srgbClr val="2563EB">
              <a:alpha val="20000"/>
            </a:srgbClr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0040" y="2633472"/>
            <a:ext cx="530352" cy="76809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20040" y="2633472"/>
            <a:ext cx="5303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2633472"/>
            <a:ext cx="7726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est le bon choix pour apprendre : simple, omnipresent, ideal avec PHP, standard DWWM.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20040" y="3493008"/>
            <a:ext cx="8503920" cy="768096"/>
          </a:xfrm>
          <a:prstGeom prst="rect">
            <a:avLst/>
          </a:prstGeom>
          <a:solidFill>
            <a:srgbClr val="2563EB">
              <a:alpha val="20000"/>
            </a:srgbClr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20040" y="3493008"/>
            <a:ext cx="530352" cy="76809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20040" y="3493008"/>
            <a:ext cx="5303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60120" y="3493008"/>
            <a:ext cx="7726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certif : MySQL ou MariaDB recommandes. PostgreSQL si maitrise. Toujours justifier.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182880" y="48691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DWWM  -  Les Bases de Donnees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498080" y="3474720"/>
            <a:ext cx="2286000" cy="228600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457200"/>
            <a:ext cx="1188720" cy="11887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457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Echanges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" y="26974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N'hesitez pas a poser vos questions !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3383280"/>
            <a:ext cx="265176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0040" y="3383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Pratiquer SQL des demain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3383280"/>
            <a:ext cx="265176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200400" y="3383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Explorer MySQL Workbench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3383280"/>
            <a:ext cx="265176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080760" y="3383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Experimenter MongoDB Atlas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182880" y="48691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DWWM  -  Les Bases de Donnees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1578</Words>
  <Application>Microsoft Macintosh PowerPoint</Application>
  <PresentationFormat>Affichage à l'écran (16:9)</PresentationFormat>
  <Paragraphs>369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Bases de Données — Formation DWWM</dc:title>
  <dc:subject>PptxGenJS Presentation</dc:subject>
  <dc:creator>Formation DWWM</dc:creator>
  <cp:lastModifiedBy>Raphaël Lang</cp:lastModifiedBy>
  <cp:revision>2</cp:revision>
  <dcterms:created xsi:type="dcterms:W3CDTF">2026-06-18T09:23:58Z</dcterms:created>
  <dcterms:modified xsi:type="dcterms:W3CDTF">2026-06-18T11:55:21Z</dcterms:modified>
</cp:coreProperties>
</file>